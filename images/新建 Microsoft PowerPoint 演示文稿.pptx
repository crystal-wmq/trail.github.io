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37" d="100"/>
          <a:sy n="37" d="100"/>
        </p:scale>
        <p:origin x="756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2A76E51-7C1C-4114-8579-F4F63BF5F2D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1120F804-384C-4547-A137-C2D9400FAF1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3094753-49B1-436C-A663-5C1EA31707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D13F79-02AD-4185-8EBE-F5E5883371F5}" type="datetimeFigureOut">
              <a:rPr lang="zh-CN" altLang="en-US" smtClean="0"/>
              <a:t>2020/3/31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2144C6F-8033-4BB3-B1FA-70D0FBD77F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602E982-030D-4F1E-8BF5-15C071CAED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7AF8A7-A75B-4C57-9F78-A8EEE1A58A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410817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E6FBB20-CBA8-43AB-B39B-A22E17D4B5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F122EBD-27F8-4EFC-96E8-F599836996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7E3CE33-0904-455B-BDA9-08B8FA81A0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D13F79-02AD-4185-8EBE-F5E5883371F5}" type="datetimeFigureOut">
              <a:rPr lang="zh-CN" altLang="en-US" smtClean="0"/>
              <a:t>2020/3/31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3AF73D3-E186-4A52-B793-3F4CEA9386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BCFEB2D-A836-4C5C-B222-E84DE8A2C3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7AF8A7-A75B-4C57-9F78-A8EEE1A58A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429743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42DEB5E-68D1-412A-A780-455FD2444B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EFDCF87-0A01-43E3-99A1-897581A96A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2296544-D8B7-479B-AA10-DE7D812672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D13F79-02AD-4185-8EBE-F5E5883371F5}" type="datetimeFigureOut">
              <a:rPr lang="zh-CN" altLang="en-US" smtClean="0"/>
              <a:t>2020/3/31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E9B853F-9516-41CD-9CE6-17CD7DDF31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23235A5-4230-442E-A9EC-C7B566B8D3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7AF8A7-A75B-4C57-9F78-A8EEE1A58A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762683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9F3AF55-DF6B-4CEC-99D4-714FA52D19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F5C010A-9C19-4232-9BD7-3B1BDD3C905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64B9FA4-83D5-4C0D-B124-141D0AD084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355B9A7-D165-4634-AAF7-BC8158AFB5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D13F79-02AD-4185-8EBE-F5E5883371F5}" type="datetimeFigureOut">
              <a:rPr lang="zh-CN" altLang="en-US" smtClean="0"/>
              <a:t>2020/3/31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36A524D-40E3-4C29-9D1C-A2B5F21132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95E919C-A1B6-452B-BD19-7902B9429B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7AF8A7-A75B-4C57-9F78-A8EEE1A58A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190361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C40DED4-FA98-4309-A7D0-C1865B6F38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C9D7B06-FAC8-47D1-93B7-D3D9BBD7A4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840DD6F-7278-43AD-BD65-12CFD944356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111A88B-DDA1-4614-84C7-7E529D0D0A3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C66A2D4-C012-4F8A-899F-75DDC145FBC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4EBF069E-E377-4C93-8A6E-06309B4781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D13F79-02AD-4185-8EBE-F5E5883371F5}" type="datetimeFigureOut">
              <a:rPr lang="zh-CN" altLang="en-US" smtClean="0"/>
              <a:t>2020/3/31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D004B99C-670A-49D0-88EF-ACD661C37A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41B071AF-3217-4DB3-80E0-FE3249AACC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7AF8A7-A75B-4C57-9F78-A8EEE1A58A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256134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CA8BA59-9F16-4631-916E-B0E928C70F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6CB1DD6E-98CD-424F-A24E-8D65CABC00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D13F79-02AD-4185-8EBE-F5E5883371F5}" type="datetimeFigureOut">
              <a:rPr lang="zh-CN" altLang="en-US" smtClean="0"/>
              <a:t>2020/3/31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76FDC868-828C-4C69-8ED5-D5D600C451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27E305E3-69A4-4760-A05B-9DACA60F97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7AF8A7-A75B-4C57-9F78-A8EEE1A58A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871705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450A233D-F520-40F0-A2B6-70C3CE223C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D13F79-02AD-4185-8EBE-F5E5883371F5}" type="datetimeFigureOut">
              <a:rPr lang="zh-CN" altLang="en-US" smtClean="0"/>
              <a:t>2020/3/31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7B392E9-7B35-4B7D-AADD-C74D14F7EC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2B63422-68AB-4CA5-BB23-9CDE0AE5BC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7AF8A7-A75B-4C57-9F78-A8EEE1A58A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393597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7F51D84-2B9A-4A08-925B-C3645A3A04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7756138-B7FE-4172-9ECC-6C31034ACD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E74FE800-C75E-40F8-9372-1EB420E4A74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185AF0C-7163-4152-95CB-CFA5A66E51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D13F79-02AD-4185-8EBE-F5E5883371F5}" type="datetimeFigureOut">
              <a:rPr lang="zh-CN" altLang="en-US" smtClean="0"/>
              <a:t>2020/3/31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07CD634-543D-40D0-8961-39A6B77264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278094D-DD78-4C45-804F-72FFF15067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7AF8A7-A75B-4C57-9F78-A8EEE1A58A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987716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C5E5EC3-8CCC-4370-922F-0AD30868FC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9852255D-4B77-4AA2-B144-3A95E1D6EED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A7B0C19-59EB-403C-853B-1EAA9D46D9E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FEE49B9-3867-4DF5-A60D-EAF4C4BB6C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D13F79-02AD-4185-8EBE-F5E5883371F5}" type="datetimeFigureOut">
              <a:rPr lang="zh-CN" altLang="en-US" smtClean="0"/>
              <a:t>2020/3/31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0BBCECD-F4B2-49B5-A9B9-3558DE3106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D8736B6-02E6-4E0E-BC64-5336554207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7AF8A7-A75B-4C57-9F78-A8EEE1A58A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15655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9A9BB62-A876-48E6-ACBC-8260AF9FA8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5030C0F5-67AD-44ED-AC6D-14E36B0C228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FC5D56F-D5D7-4011-893B-95777B0C88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D13F79-02AD-4185-8EBE-F5E5883371F5}" type="datetimeFigureOut">
              <a:rPr lang="zh-CN" altLang="en-US" smtClean="0"/>
              <a:t>2020/3/31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FC911E3-7C81-4631-AF6B-496E1A7651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8E02630-4E4C-480B-91E9-523B5033B4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7AF8A7-A75B-4C57-9F78-A8EEE1A58A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811810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76852E39-61DB-4716-B035-FF4BA1F9555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F345E84E-52B7-48E6-83C8-C2C828D9BA8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20D52AF-B592-4621-A735-863D76CCC2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D13F79-02AD-4185-8EBE-F5E5883371F5}" type="datetimeFigureOut">
              <a:rPr lang="zh-CN" altLang="en-US" smtClean="0"/>
              <a:t>2020/3/31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5699FBD-588D-4562-BA21-714F0AE3D6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760A82D-8481-4FC5-888F-F5E530EB85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7AF8A7-A75B-4C57-9F78-A8EEE1A58A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213617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9F325238-2222-44F7-89BE-77C9BA98AA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82D5EEF-BF59-4F5B-8E19-39D33AB404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8A61BF-0F11-4D2B-A15A-6546D9F4354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0D13F79-02AD-4185-8EBE-F5E5883371F5}" type="datetimeFigureOut">
              <a:rPr lang="zh-CN" altLang="en-US" smtClean="0"/>
              <a:t>2020/3/31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3A500EE-ABE6-4DDB-AEE5-72B62CA57D9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95C3A44-6602-4A8B-917F-B85FF97C8B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37AF8A7-A75B-4C57-9F78-A8EEE1A58A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428912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97374F-4310-46B0-9178-F005D6C4DFD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254C8A10-4A30-46EB-B5AD-015702E3469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98C96BF2-2956-4F7B-A4C1-37516E1E521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85414" y="0"/>
            <a:ext cx="5621172" cy="6858000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E8F81551-4B2B-4149-910E-ECB1546EBAE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57203" y="-569343"/>
            <a:ext cx="5743295" cy="6858000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0DB6264C-0AE3-47BA-BA32-1052DE3C131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44581" y="-120770"/>
            <a:ext cx="1020025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64325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宽屏</PresentationFormat>
  <Paragraphs>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等线 Light</vt:lpstr>
      <vt:lpstr>Arial</vt:lpstr>
      <vt:lpstr>Office 主题​​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Administrator</cp:lastModifiedBy>
  <cp:revision>1</cp:revision>
  <dcterms:created xsi:type="dcterms:W3CDTF">2020-03-31T04:58:55Z</dcterms:created>
  <dcterms:modified xsi:type="dcterms:W3CDTF">2020-03-31T04:59:18Z</dcterms:modified>
</cp:coreProperties>
</file>